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59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62868A-0076-49E5-9F1B-CE717E85C053}" v="25" dt="2026-09-18T07:30:28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 Fei Chung" userId="9317ce8a-d3e6-4680-bbc8-ea05f42bf4d2" providerId="ADAL" clId="{080B5ACD-31CD-41BB-B8C7-6317BB709BCF}"/>
    <pc:docChg chg="undo custSel mod addSld delSld modSld">
      <pc:chgData name="Yi Fei Chung" userId="9317ce8a-d3e6-4680-bbc8-ea05f42bf4d2" providerId="ADAL" clId="{080B5ACD-31CD-41BB-B8C7-6317BB709BCF}" dt="2026-09-18T07:31:45.312" v="1470" actId="20577"/>
      <pc:docMkLst>
        <pc:docMk/>
      </pc:docMkLst>
      <pc:sldChg chg="modSp new mod">
        <pc:chgData name="Yi Fei Chung" userId="9317ce8a-d3e6-4680-bbc8-ea05f42bf4d2" providerId="ADAL" clId="{080B5ACD-31CD-41BB-B8C7-6317BB709BCF}" dt="2026-09-18T05:56:56.144" v="118" actId="20577"/>
        <pc:sldMkLst>
          <pc:docMk/>
          <pc:sldMk cId="225228074" sldId="256"/>
        </pc:sldMkLst>
        <pc:spChg chg="mod">
          <ac:chgData name="Yi Fei Chung" userId="9317ce8a-d3e6-4680-bbc8-ea05f42bf4d2" providerId="ADAL" clId="{080B5ACD-31CD-41BB-B8C7-6317BB709BCF}" dt="2026-09-18T05:56:29.481" v="28" actId="20577"/>
          <ac:spMkLst>
            <pc:docMk/>
            <pc:sldMk cId="225228074" sldId="256"/>
            <ac:spMk id="2" creationId="{1403C0BB-EB98-ABF3-1BE4-2D9C91946B6A}"/>
          </ac:spMkLst>
        </pc:spChg>
        <pc:spChg chg="mod">
          <ac:chgData name="Yi Fei Chung" userId="9317ce8a-d3e6-4680-bbc8-ea05f42bf4d2" providerId="ADAL" clId="{080B5ACD-31CD-41BB-B8C7-6317BB709BCF}" dt="2026-09-18T05:56:56.144" v="118" actId="20577"/>
          <ac:spMkLst>
            <pc:docMk/>
            <pc:sldMk cId="225228074" sldId="256"/>
            <ac:spMk id="3" creationId="{E188F241-96E2-178A-701E-63346D8F961C}"/>
          </ac:spMkLst>
        </pc:spChg>
      </pc:sldChg>
      <pc:sldChg chg="addSp delSp modSp new mod modAnim">
        <pc:chgData name="Yi Fei Chung" userId="9317ce8a-d3e6-4680-bbc8-ea05f42bf4d2" providerId="ADAL" clId="{080B5ACD-31CD-41BB-B8C7-6317BB709BCF}" dt="2026-09-18T06:14:37.918" v="744" actId="948"/>
        <pc:sldMkLst>
          <pc:docMk/>
          <pc:sldMk cId="1266694251" sldId="257"/>
        </pc:sldMkLst>
        <pc:spChg chg="mod">
          <ac:chgData name="Yi Fei Chung" userId="9317ce8a-d3e6-4680-bbc8-ea05f42bf4d2" providerId="ADAL" clId="{080B5ACD-31CD-41BB-B8C7-6317BB709BCF}" dt="2026-09-18T06:06:13.524" v="452" actId="14100"/>
          <ac:spMkLst>
            <pc:docMk/>
            <pc:sldMk cId="1266694251" sldId="257"/>
            <ac:spMk id="2" creationId="{1E1FCA6D-F1CA-130F-A4DB-2F235286E0E2}"/>
          </ac:spMkLst>
        </pc:spChg>
        <pc:spChg chg="mod">
          <ac:chgData name="Yi Fei Chung" userId="9317ce8a-d3e6-4680-bbc8-ea05f42bf4d2" providerId="ADAL" clId="{080B5ACD-31CD-41BB-B8C7-6317BB709BCF}" dt="2026-09-18T06:14:37.918" v="744" actId="948"/>
          <ac:spMkLst>
            <pc:docMk/>
            <pc:sldMk cId="1266694251" sldId="257"/>
            <ac:spMk id="3" creationId="{3B90DDC6-892F-C405-91AF-A339A741746D}"/>
          </ac:spMkLst>
        </pc:spChg>
        <pc:spChg chg="add del">
          <ac:chgData name="Yi Fei Chung" userId="9317ce8a-d3e6-4680-bbc8-ea05f42bf4d2" providerId="ADAL" clId="{080B5ACD-31CD-41BB-B8C7-6317BB709BCF}" dt="2026-09-18T06:01:21.996" v="172" actId="22"/>
          <ac:spMkLst>
            <pc:docMk/>
            <pc:sldMk cId="1266694251" sldId="257"/>
            <ac:spMk id="5" creationId="{41554BE9-7497-4465-FFCE-24803591BEA5}"/>
          </ac:spMkLst>
        </pc:spChg>
        <pc:spChg chg="add mod">
          <ac:chgData name="Yi Fei Chung" userId="9317ce8a-d3e6-4680-bbc8-ea05f42bf4d2" providerId="ADAL" clId="{080B5ACD-31CD-41BB-B8C7-6317BB709BCF}" dt="2026-09-18T06:07:02.556" v="463" actId="14100"/>
          <ac:spMkLst>
            <pc:docMk/>
            <pc:sldMk cId="1266694251" sldId="257"/>
            <ac:spMk id="9" creationId="{7FA4CB35-C665-12FE-7C10-38399B30B067}"/>
          </ac:spMkLst>
        </pc:spChg>
        <pc:spChg chg="add mod">
          <ac:chgData name="Yi Fei Chung" userId="9317ce8a-d3e6-4680-bbc8-ea05f42bf4d2" providerId="ADAL" clId="{080B5ACD-31CD-41BB-B8C7-6317BB709BCF}" dt="2026-09-18T06:08:30.615" v="479" actId="2085"/>
          <ac:spMkLst>
            <pc:docMk/>
            <pc:sldMk cId="1266694251" sldId="257"/>
            <ac:spMk id="10" creationId="{4CFE5147-20BF-F6FD-C76F-9493C9216FAB}"/>
          </ac:spMkLst>
        </pc:spChg>
        <pc:spChg chg="add mod">
          <ac:chgData name="Yi Fei Chung" userId="9317ce8a-d3e6-4680-bbc8-ea05f42bf4d2" providerId="ADAL" clId="{080B5ACD-31CD-41BB-B8C7-6317BB709BCF}" dt="2026-09-18T06:08:30.615" v="479" actId="2085"/>
          <ac:spMkLst>
            <pc:docMk/>
            <pc:sldMk cId="1266694251" sldId="257"/>
            <ac:spMk id="12" creationId="{47965072-B752-8CC7-D878-2D84EF50F33E}"/>
          </ac:spMkLst>
        </pc:spChg>
        <pc:spChg chg="add mod">
          <ac:chgData name="Yi Fei Chung" userId="9317ce8a-d3e6-4680-bbc8-ea05f42bf4d2" providerId="ADAL" clId="{080B5ACD-31CD-41BB-B8C7-6317BB709BCF}" dt="2026-09-18T06:08:30.615" v="479" actId="2085"/>
          <ac:spMkLst>
            <pc:docMk/>
            <pc:sldMk cId="1266694251" sldId="257"/>
            <ac:spMk id="14" creationId="{9146A506-8779-82D3-097F-F6B15A58EC89}"/>
          </ac:spMkLst>
        </pc:spChg>
        <pc:picChg chg="add mod">
          <ac:chgData name="Yi Fei Chung" userId="9317ce8a-d3e6-4680-bbc8-ea05f42bf4d2" providerId="ADAL" clId="{080B5ACD-31CD-41BB-B8C7-6317BB709BCF}" dt="2026-09-18T06:06:27.585" v="455" actId="14100"/>
          <ac:picMkLst>
            <pc:docMk/>
            <pc:sldMk cId="1266694251" sldId="257"/>
            <ac:picMk id="7" creationId="{27478EF8-5A3A-E7A8-FCFF-A26D5D701E39}"/>
          </ac:picMkLst>
        </pc:picChg>
      </pc:sldChg>
      <pc:sldChg chg="modSp new mod">
        <pc:chgData name="Yi Fei Chung" userId="9317ce8a-d3e6-4680-bbc8-ea05f42bf4d2" providerId="ADAL" clId="{080B5ACD-31CD-41BB-B8C7-6317BB709BCF}" dt="2026-09-18T06:15:14.349" v="749" actId="948"/>
        <pc:sldMkLst>
          <pc:docMk/>
          <pc:sldMk cId="2779901815" sldId="258"/>
        </pc:sldMkLst>
        <pc:spChg chg="mod">
          <ac:chgData name="Yi Fei Chung" userId="9317ce8a-d3e6-4680-bbc8-ea05f42bf4d2" providerId="ADAL" clId="{080B5ACD-31CD-41BB-B8C7-6317BB709BCF}" dt="2026-09-18T06:10:01.645" v="495" actId="20577"/>
          <ac:spMkLst>
            <pc:docMk/>
            <pc:sldMk cId="2779901815" sldId="258"/>
            <ac:spMk id="2" creationId="{55A07EC1-DDD8-E350-3F06-09777B8FBB73}"/>
          </ac:spMkLst>
        </pc:spChg>
        <pc:spChg chg="mod">
          <ac:chgData name="Yi Fei Chung" userId="9317ce8a-d3e6-4680-bbc8-ea05f42bf4d2" providerId="ADAL" clId="{080B5ACD-31CD-41BB-B8C7-6317BB709BCF}" dt="2026-09-18T06:15:14.349" v="749" actId="948"/>
          <ac:spMkLst>
            <pc:docMk/>
            <pc:sldMk cId="2779901815" sldId="258"/>
            <ac:spMk id="3" creationId="{0EFAFC9C-9DED-DDE9-5356-2835B5C3919D}"/>
          </ac:spMkLst>
        </pc:spChg>
      </pc:sldChg>
      <pc:sldChg chg="modSp new mod">
        <pc:chgData name="Yi Fei Chung" userId="9317ce8a-d3e6-4680-bbc8-ea05f42bf4d2" providerId="ADAL" clId="{080B5ACD-31CD-41BB-B8C7-6317BB709BCF}" dt="2026-09-18T06:17:02.937" v="772" actId="20577"/>
        <pc:sldMkLst>
          <pc:docMk/>
          <pc:sldMk cId="3544472080" sldId="259"/>
        </pc:sldMkLst>
        <pc:spChg chg="mod">
          <ac:chgData name="Yi Fei Chung" userId="9317ce8a-d3e6-4680-bbc8-ea05f42bf4d2" providerId="ADAL" clId="{080B5ACD-31CD-41BB-B8C7-6317BB709BCF}" dt="2026-09-18T06:17:02.937" v="772" actId="20577"/>
          <ac:spMkLst>
            <pc:docMk/>
            <pc:sldMk cId="3544472080" sldId="259"/>
            <ac:spMk id="2" creationId="{0E7D1BCD-524D-2298-67F4-0A274F169525}"/>
          </ac:spMkLst>
        </pc:spChg>
      </pc:sldChg>
      <pc:sldChg chg="addSp modSp new mod modAnim">
        <pc:chgData name="Yi Fei Chung" userId="9317ce8a-d3e6-4680-bbc8-ea05f42bf4d2" providerId="ADAL" clId="{080B5ACD-31CD-41BB-B8C7-6317BB709BCF}" dt="2026-09-18T07:03:22.749" v="1360"/>
        <pc:sldMkLst>
          <pc:docMk/>
          <pc:sldMk cId="3795985857" sldId="260"/>
        </pc:sldMkLst>
        <pc:spChg chg="mod">
          <ac:chgData name="Yi Fei Chung" userId="9317ce8a-d3e6-4680-bbc8-ea05f42bf4d2" providerId="ADAL" clId="{080B5ACD-31CD-41BB-B8C7-6317BB709BCF}" dt="2026-09-18T06:19:09.271" v="788" actId="20577"/>
          <ac:spMkLst>
            <pc:docMk/>
            <pc:sldMk cId="3795985857" sldId="260"/>
            <ac:spMk id="2" creationId="{9BA9ACB7-B481-A3AE-815A-EF1B744EBCB4}"/>
          </ac:spMkLst>
        </pc:spChg>
        <pc:spChg chg="mod">
          <ac:chgData name="Yi Fei Chung" userId="9317ce8a-d3e6-4680-bbc8-ea05f42bf4d2" providerId="ADAL" clId="{080B5ACD-31CD-41BB-B8C7-6317BB709BCF}" dt="2026-09-18T06:28:21.351" v="1045" actId="14100"/>
          <ac:spMkLst>
            <pc:docMk/>
            <pc:sldMk cId="3795985857" sldId="260"/>
            <ac:spMk id="3" creationId="{26FF00B0-C5E7-54E6-C0DC-DE88EE48BF3E}"/>
          </ac:spMkLst>
        </pc:spChg>
        <pc:spChg chg="add mod">
          <ac:chgData name="Yi Fei Chung" userId="9317ce8a-d3e6-4680-bbc8-ea05f42bf4d2" providerId="ADAL" clId="{080B5ACD-31CD-41BB-B8C7-6317BB709BCF}" dt="2026-09-18T07:03:17.435" v="1359" actId="404"/>
          <ac:spMkLst>
            <pc:docMk/>
            <pc:sldMk cId="3795985857" sldId="260"/>
            <ac:spMk id="7" creationId="{C17E5275-694B-EA92-EBE8-A9795243AD95}"/>
          </ac:spMkLst>
        </pc:spChg>
        <pc:picChg chg="add mod">
          <ac:chgData name="Yi Fei Chung" userId="9317ce8a-d3e6-4680-bbc8-ea05f42bf4d2" providerId="ADAL" clId="{080B5ACD-31CD-41BB-B8C7-6317BB709BCF}" dt="2026-09-18T06:28:40.947" v="1048" actId="1076"/>
          <ac:picMkLst>
            <pc:docMk/>
            <pc:sldMk cId="3795985857" sldId="260"/>
            <ac:picMk id="5" creationId="{F5EBDC8A-D2CD-B798-E796-A016C0B4FACE}"/>
          </ac:picMkLst>
        </pc:picChg>
      </pc:sldChg>
      <pc:sldChg chg="addSp delSp modSp new mod">
        <pc:chgData name="Yi Fei Chung" userId="9317ce8a-d3e6-4680-bbc8-ea05f42bf4d2" providerId="ADAL" clId="{080B5ACD-31CD-41BB-B8C7-6317BB709BCF}" dt="2026-09-18T06:49:49.623" v="1329" actId="20577"/>
        <pc:sldMkLst>
          <pc:docMk/>
          <pc:sldMk cId="3447283209" sldId="261"/>
        </pc:sldMkLst>
        <pc:spChg chg="mod">
          <ac:chgData name="Yi Fei Chung" userId="9317ce8a-d3e6-4680-bbc8-ea05f42bf4d2" providerId="ADAL" clId="{080B5ACD-31CD-41BB-B8C7-6317BB709BCF}" dt="2026-09-18T06:29:31.699" v="1151" actId="113"/>
          <ac:spMkLst>
            <pc:docMk/>
            <pc:sldMk cId="3447283209" sldId="261"/>
            <ac:spMk id="2" creationId="{47EA3614-FC5A-FC5B-A41C-7D33369F2805}"/>
          </ac:spMkLst>
        </pc:spChg>
        <pc:spChg chg="mod">
          <ac:chgData name="Yi Fei Chung" userId="9317ce8a-d3e6-4680-bbc8-ea05f42bf4d2" providerId="ADAL" clId="{080B5ACD-31CD-41BB-B8C7-6317BB709BCF}" dt="2026-09-18T06:49:49.623" v="1329" actId="20577"/>
          <ac:spMkLst>
            <pc:docMk/>
            <pc:sldMk cId="3447283209" sldId="261"/>
            <ac:spMk id="3" creationId="{08CE35E5-40CB-E673-D143-C3A40BA1FA1B}"/>
          </ac:spMkLst>
        </pc:spChg>
        <pc:picChg chg="add del">
          <ac:chgData name="Yi Fei Chung" userId="9317ce8a-d3e6-4680-bbc8-ea05f42bf4d2" providerId="ADAL" clId="{080B5ACD-31CD-41BB-B8C7-6317BB709BCF}" dt="2026-09-18T06:29:26.619" v="1145" actId="22"/>
          <ac:picMkLst>
            <pc:docMk/>
            <pc:sldMk cId="3447283209" sldId="261"/>
            <ac:picMk id="5" creationId="{D747A323-003D-8B45-1B4E-8CF9FAB560FB}"/>
          </ac:picMkLst>
        </pc:picChg>
        <pc:picChg chg="add mod">
          <ac:chgData name="Yi Fei Chung" userId="9317ce8a-d3e6-4680-bbc8-ea05f42bf4d2" providerId="ADAL" clId="{080B5ACD-31CD-41BB-B8C7-6317BB709BCF}" dt="2026-09-18T06:29:38.920" v="1153" actId="1076"/>
          <ac:picMkLst>
            <pc:docMk/>
            <pc:sldMk cId="3447283209" sldId="261"/>
            <ac:picMk id="7" creationId="{81E90DCB-7900-9C23-0413-7551978AE156}"/>
          </ac:picMkLst>
        </pc:picChg>
      </pc:sldChg>
      <pc:sldChg chg="modSp new mod">
        <pc:chgData name="Yi Fei Chung" userId="9317ce8a-d3e6-4680-bbc8-ea05f42bf4d2" providerId="ADAL" clId="{080B5ACD-31CD-41BB-B8C7-6317BB709BCF}" dt="2026-09-18T07:30:14.414" v="1429" actId="5793"/>
        <pc:sldMkLst>
          <pc:docMk/>
          <pc:sldMk cId="1447102407" sldId="262"/>
        </pc:sldMkLst>
        <pc:spChg chg="mod">
          <ac:chgData name="Yi Fei Chung" userId="9317ce8a-d3e6-4680-bbc8-ea05f42bf4d2" providerId="ADAL" clId="{080B5ACD-31CD-41BB-B8C7-6317BB709BCF}" dt="2026-09-18T06:58:48.313" v="1352" actId="20577"/>
          <ac:spMkLst>
            <pc:docMk/>
            <pc:sldMk cId="1447102407" sldId="262"/>
            <ac:spMk id="2" creationId="{7452F99D-1064-7FF7-DC84-59553C1104AC}"/>
          </ac:spMkLst>
        </pc:spChg>
        <pc:spChg chg="mod">
          <ac:chgData name="Yi Fei Chung" userId="9317ce8a-d3e6-4680-bbc8-ea05f42bf4d2" providerId="ADAL" clId="{080B5ACD-31CD-41BB-B8C7-6317BB709BCF}" dt="2026-09-18T07:30:14.414" v="1429" actId="5793"/>
          <ac:spMkLst>
            <pc:docMk/>
            <pc:sldMk cId="1447102407" sldId="262"/>
            <ac:spMk id="3" creationId="{91728D27-C1A2-47D6-A030-01BBD7DD3988}"/>
          </ac:spMkLst>
        </pc:spChg>
      </pc:sldChg>
      <pc:sldChg chg="modSp add del mod">
        <pc:chgData name="Yi Fei Chung" userId="9317ce8a-d3e6-4680-bbc8-ea05f42bf4d2" providerId="ADAL" clId="{080B5ACD-31CD-41BB-B8C7-6317BB709BCF}" dt="2026-09-18T07:30:22.471" v="1431" actId="47"/>
        <pc:sldMkLst>
          <pc:docMk/>
          <pc:sldMk cId="2114729890" sldId="263"/>
        </pc:sldMkLst>
        <pc:spChg chg="mod">
          <ac:chgData name="Yi Fei Chung" userId="9317ce8a-d3e6-4680-bbc8-ea05f42bf4d2" providerId="ADAL" clId="{080B5ACD-31CD-41BB-B8C7-6317BB709BCF}" dt="2026-09-18T07:12:53.675" v="1394" actId="20577"/>
          <ac:spMkLst>
            <pc:docMk/>
            <pc:sldMk cId="2114729890" sldId="263"/>
            <ac:spMk id="2" creationId="{9B7FE047-07B8-7509-F1B4-DA4D421CBA0D}"/>
          </ac:spMkLst>
        </pc:spChg>
        <pc:spChg chg="mod">
          <ac:chgData name="Yi Fei Chung" userId="9317ce8a-d3e6-4680-bbc8-ea05f42bf4d2" providerId="ADAL" clId="{080B5ACD-31CD-41BB-B8C7-6317BB709BCF}" dt="2026-09-18T07:13:23.035" v="1425" actId="20577"/>
          <ac:spMkLst>
            <pc:docMk/>
            <pc:sldMk cId="2114729890" sldId="263"/>
            <ac:spMk id="3" creationId="{6B53B2A0-039F-D307-C6A3-D86B78D95988}"/>
          </ac:spMkLst>
        </pc:spChg>
      </pc:sldChg>
      <pc:sldChg chg="add">
        <pc:chgData name="Yi Fei Chung" userId="9317ce8a-d3e6-4680-bbc8-ea05f42bf4d2" providerId="ADAL" clId="{080B5ACD-31CD-41BB-B8C7-6317BB709BCF}" dt="2026-09-18T07:30:20.118" v="1430"/>
        <pc:sldMkLst>
          <pc:docMk/>
          <pc:sldMk cId="2027154183" sldId="264"/>
        </pc:sldMkLst>
      </pc:sldChg>
      <pc:sldChg chg="modSp add mod">
        <pc:chgData name="Yi Fei Chung" userId="9317ce8a-d3e6-4680-bbc8-ea05f42bf4d2" providerId="ADAL" clId="{080B5ACD-31CD-41BB-B8C7-6317BB709BCF}" dt="2026-09-18T07:31:00.296" v="1454" actId="20577"/>
        <pc:sldMkLst>
          <pc:docMk/>
          <pc:sldMk cId="4168550168" sldId="265"/>
        </pc:sldMkLst>
        <pc:spChg chg="mod">
          <ac:chgData name="Yi Fei Chung" userId="9317ce8a-d3e6-4680-bbc8-ea05f42bf4d2" providerId="ADAL" clId="{080B5ACD-31CD-41BB-B8C7-6317BB709BCF}" dt="2026-09-18T07:30:39.071" v="1450" actId="20577"/>
          <ac:spMkLst>
            <pc:docMk/>
            <pc:sldMk cId="4168550168" sldId="265"/>
            <ac:spMk id="2" creationId="{4B12E440-B2C7-DCE7-FD7C-C966FAFD4F28}"/>
          </ac:spMkLst>
        </pc:spChg>
        <pc:spChg chg="mod">
          <ac:chgData name="Yi Fei Chung" userId="9317ce8a-d3e6-4680-bbc8-ea05f42bf4d2" providerId="ADAL" clId="{080B5ACD-31CD-41BB-B8C7-6317BB709BCF}" dt="2026-09-18T07:31:00.296" v="1454" actId="20577"/>
          <ac:spMkLst>
            <pc:docMk/>
            <pc:sldMk cId="4168550168" sldId="265"/>
            <ac:spMk id="3" creationId="{509F986C-637F-4652-DA1F-161DFE71BA2F}"/>
          </ac:spMkLst>
        </pc:spChg>
      </pc:sldChg>
      <pc:sldChg chg="modSp new mod">
        <pc:chgData name="Yi Fei Chung" userId="9317ce8a-d3e6-4680-bbc8-ea05f42bf4d2" providerId="ADAL" clId="{080B5ACD-31CD-41BB-B8C7-6317BB709BCF}" dt="2026-09-18T07:31:45.312" v="1470" actId="20577"/>
        <pc:sldMkLst>
          <pc:docMk/>
          <pc:sldMk cId="355489804" sldId="266"/>
        </pc:sldMkLst>
        <pc:spChg chg="mod">
          <ac:chgData name="Yi Fei Chung" userId="9317ce8a-d3e6-4680-bbc8-ea05f42bf4d2" providerId="ADAL" clId="{080B5ACD-31CD-41BB-B8C7-6317BB709BCF}" dt="2026-09-18T07:31:45.312" v="1470" actId="20577"/>
          <ac:spMkLst>
            <pc:docMk/>
            <pc:sldMk cId="355489804" sldId="266"/>
            <ac:spMk id="2" creationId="{ED9EA20F-56BC-6AB6-1F5B-9A92A753D06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BE16-5702-6676-83F2-E32233410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16507-8484-3012-7F80-10F3E0FFA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08839-42D5-155E-E1EF-B43B1977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26757-607F-9B21-1878-F7FA5F045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DEFEC-E7CD-CE87-4A73-597B44EC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4444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531F-45D9-E9BF-5D9E-3BD6FE4D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F6DDD-5053-642E-F02D-2F50064C3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BD78D-8AD5-DD2A-79D8-1B80FC0A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3ECDB-C9E8-8B39-8642-3EE058F0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89312-16F1-0F84-C755-FB482AAA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67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FC13-D636-6387-4598-79F70B18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5119A-2DDA-2A8F-FC6B-F3746515C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094E-B3F7-A84B-08B6-7325ACFF2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50326-13FC-9B22-4C96-F9E410BF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76EC4-E84C-A303-3A90-A2643EAB1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62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03558-7F19-560A-98B7-002123945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AF2AF-367F-B0CE-1057-14CE6D259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EE6F7-FC17-1288-4654-6436BEFB9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27375-7608-4A5F-0186-2A58672A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B8CAD-B64D-9C39-8A96-7EDB1762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F8964-62E8-D330-A4C3-BE6C09B5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8820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D48D-702D-75E2-8A5A-EA8AD778E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1A850-CCF0-52BA-D356-4C08F7752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A34C9-1E8B-EBC6-603B-CC21BABEE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38807-D74F-4FE0-1220-C619BF161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F07CC-6384-3ECC-1BDE-0E6BEAE0E4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AB372F-FE10-5CC0-96C5-EFC78D9A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2FB0C1-4824-E2F6-DD55-B92892CE7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E093C6-977E-DB80-452D-54FE2F7B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387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123D2-82BC-FDF7-A91C-24A04BD2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CF521-0522-3225-352A-65C3237C8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92BB9-16A0-DC13-96DC-6E5859F8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0E62F-2D59-512A-BD3A-BC3598259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401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90748-C667-40CF-6048-8F5C9C7A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8574F-0F20-1DC3-F865-33E0FE3F8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58C9D-014A-455E-7123-8A9E0268B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25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B8DF-FAEA-A7DE-332A-D184E050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66B7C-AD94-C296-AA36-8A6ADC0CD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A7683-A2C3-B13C-FF7F-03875DA2C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6AF31-2AE3-9363-F8DA-7A621CB2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55E986-EBBD-D6B8-2C16-87AABB07F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0026C-DE45-D482-0A18-DF811D59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10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F709-80E1-5E95-90AB-F913F419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DAD342-7DD9-65B6-9232-B2BEF0086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B5F7-C4D1-7CCA-843C-95030D4EB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3599A-A1FA-B989-8E9E-6E59697FD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790B2-A00E-7A6F-0ED4-4677F9A3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464E2-72C6-0447-B1F2-CF3F628B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282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4ADE-AD76-F4B3-4E67-F267A7D57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CDB16-A01B-374F-AD59-D808CD058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6711B-9287-68EE-54FB-2C335D30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5BA0-FBDB-4C78-4AE7-B4BD1755C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F4061-556C-1182-E61A-3D5C63EB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66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5B62C-342B-AACC-6A13-B58200C66E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28AA9-128D-D65E-B4AE-3B4AE1978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11975-49E6-4E25-B7CD-8C6B715D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23B9-A052-5317-FF1D-937E9605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6526B-E53A-D679-9347-A0AA51C1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2850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7A1B5B-0EDB-F6F9-B07B-54E727197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123B-A921-1298-3192-234E68F86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A5878-9D7B-4376-9666-EC37A6810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00454-0644-4E81-B8B5-6ABAAE42695C}" type="datetimeFigureOut">
              <a:rPr lang="en-AU" smtClean="0"/>
              <a:t>18/09/2026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0AE62-AC32-B4FB-7F53-A8645B614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66057-6108-27F1-EB5A-CAC5F4FF0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8134D-EFFC-4B64-80A7-EB05072AF9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338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7287/peerj.preprints.3159v2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C0BB-EB98-ABF3-1BE4-2D9C91946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Version Control</a:t>
            </a:r>
            <a:br>
              <a:rPr lang="en-AU" dirty="0"/>
            </a:br>
            <a:r>
              <a:rPr lang="en-AU" dirty="0"/>
              <a:t>Git</a:t>
            </a:r>
            <a:br>
              <a:rPr lang="en-AU" dirty="0"/>
            </a:br>
            <a:r>
              <a:rPr lang="en-AU" dirty="0" err="1"/>
              <a:t>Github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8F241-96E2-178A-701E-63346D8F96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What are these?</a:t>
            </a:r>
          </a:p>
          <a:p>
            <a:r>
              <a:rPr lang="en-AU" dirty="0"/>
              <a:t>Why do we need to use them?</a:t>
            </a:r>
          </a:p>
          <a:p>
            <a:r>
              <a:rPr lang="en-AU" dirty="0"/>
              <a:t>How to use them?</a:t>
            </a:r>
          </a:p>
        </p:txBody>
      </p:sp>
    </p:spTree>
    <p:extLst>
      <p:ext uri="{BB962C8B-B14F-4D97-AF65-F5344CB8AC3E}">
        <p14:creationId xmlns:p14="http://schemas.microsoft.com/office/powerpoint/2010/main" val="22522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CA6D-F1CA-130F-A4DB-2F235286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/>
          <a:lstStyle/>
          <a:p>
            <a:r>
              <a:rPr lang="en-AU" dirty="0"/>
              <a:t>What is Version Control and Git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0DDC6-892F-C405-91AF-A339A7417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910080"/>
            <a:ext cx="6624320" cy="4582795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US" dirty="0"/>
              <a:t>Git is a version control system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AU" dirty="0"/>
              <a:t>“Track Changes” on steroids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AU" dirty="0"/>
              <a:t>Ensuring reproducibility</a:t>
            </a:r>
          </a:p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en-AU" dirty="0"/>
              <a:t>Ease of working collaboratively</a:t>
            </a:r>
          </a:p>
          <a:p>
            <a:pPr lvl="1">
              <a:lnSpc>
                <a:spcPct val="120000"/>
              </a:lnSpc>
              <a:spcBef>
                <a:spcPts val="1800"/>
              </a:spcBef>
            </a:pPr>
            <a:r>
              <a:rPr lang="en-AU" dirty="0"/>
              <a:t>With peers</a:t>
            </a:r>
          </a:p>
          <a:p>
            <a:pPr lvl="1">
              <a:lnSpc>
                <a:spcPct val="120000"/>
              </a:lnSpc>
              <a:spcBef>
                <a:spcPts val="1800"/>
              </a:spcBef>
            </a:pPr>
            <a:r>
              <a:rPr lang="en-AU" dirty="0"/>
              <a:t>With past and future self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478EF8-5A3A-E7A8-FCFF-A26D5D701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966" y="1422399"/>
            <a:ext cx="6406618" cy="4582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A4CB35-C665-12FE-7C10-38399B30B067}"/>
              </a:ext>
            </a:extLst>
          </p:cNvPr>
          <p:cNvSpPr txBox="1"/>
          <p:nvPr/>
        </p:nvSpPr>
        <p:spPr>
          <a:xfrm>
            <a:off x="6289040" y="6427113"/>
            <a:ext cx="5902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100" dirty="0"/>
              <a:t>Bryan J. 2017. Excuse me, do you have a moment to talk about version control? </a:t>
            </a:r>
            <a:r>
              <a:rPr lang="en-AU" sz="1100" dirty="0" err="1"/>
              <a:t>PeerJ</a:t>
            </a:r>
            <a:r>
              <a:rPr lang="en-AU" sz="1100" dirty="0"/>
              <a:t> Preprints 5:e3159v2 </a:t>
            </a:r>
            <a:r>
              <a:rPr lang="en-AU" sz="1100" dirty="0">
                <a:hlinkClick r:id="rId3"/>
              </a:rPr>
              <a:t>https://doi.org/10.7287/peerj.preprints.3159v2</a:t>
            </a:r>
            <a:endParaRPr lang="en-AU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FE5147-20BF-F6FD-C76F-9493C9216FAB}"/>
              </a:ext>
            </a:extLst>
          </p:cNvPr>
          <p:cNvSpPr/>
          <p:nvPr/>
        </p:nvSpPr>
        <p:spPr>
          <a:xfrm>
            <a:off x="5718966" y="4201477"/>
            <a:ext cx="3668874" cy="1860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965072-B752-8CC7-D878-2D84EF50F33E}"/>
              </a:ext>
            </a:extLst>
          </p:cNvPr>
          <p:cNvSpPr/>
          <p:nvPr/>
        </p:nvSpPr>
        <p:spPr>
          <a:xfrm>
            <a:off x="9326880" y="1422398"/>
            <a:ext cx="2865120" cy="27790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46A506-8779-82D3-097F-F6B15A58EC89}"/>
              </a:ext>
            </a:extLst>
          </p:cNvPr>
          <p:cNvSpPr/>
          <p:nvPr/>
        </p:nvSpPr>
        <p:spPr>
          <a:xfrm>
            <a:off x="9387840" y="4201476"/>
            <a:ext cx="2865120" cy="1860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669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7EC1-DDD8-E350-3F06-09777B8FB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to do Version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AFC9C-9DED-DDE9-5356-2835B5C39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AU" dirty="0"/>
              <a:t>Use a hosting service like </a:t>
            </a:r>
            <a:r>
              <a:rPr lang="en-AU" b="1" dirty="0"/>
              <a:t>GitHub</a:t>
            </a:r>
            <a:r>
              <a:rPr lang="en-AU" dirty="0"/>
              <a:t>, Bitbucket, and GitLab 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AU" dirty="0"/>
              <a:t>Think of these as OneDrive, Google Drive or </a:t>
            </a:r>
            <a:r>
              <a:rPr lang="en-AU" dirty="0" err="1"/>
              <a:t>DropBox</a:t>
            </a:r>
            <a:endParaRPr lang="en-AU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AU" dirty="0"/>
              <a:t>Good even for private solo projects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AU" dirty="0"/>
              <a:t>Track changes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AU" dirty="0"/>
              <a:t>Revert when you screw up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dirty="0"/>
              <a:t>Publication ready</a:t>
            </a:r>
          </a:p>
          <a:p>
            <a:pPr lvl="1">
              <a:lnSpc>
                <a:spcPct val="120000"/>
              </a:lnSpc>
              <a:spcBef>
                <a:spcPts val="1200"/>
              </a:spcBef>
            </a:pPr>
            <a:r>
              <a:rPr lang="en-US" dirty="0"/>
              <a:t>Personal website or </a:t>
            </a:r>
            <a:r>
              <a:rPr lang="en-US" dirty="0" err="1"/>
              <a:t>ShinyApp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901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ACB7-B481-A3AE-815A-EF1B744EB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Pain!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F00B0-C5E7-54E6-C0DC-DE88EE48B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7240" cy="4351338"/>
          </a:xfrm>
        </p:spPr>
        <p:txBody>
          <a:bodyPr/>
          <a:lstStyle/>
          <a:p>
            <a:r>
              <a:rPr lang="en-AU" dirty="0"/>
              <a:t>Account</a:t>
            </a:r>
          </a:p>
          <a:p>
            <a:r>
              <a:rPr lang="en-AU" dirty="0"/>
              <a:t>Types of Account</a:t>
            </a:r>
          </a:p>
          <a:p>
            <a:r>
              <a:rPr lang="en-AU" dirty="0"/>
              <a:t>Check and install</a:t>
            </a:r>
          </a:p>
          <a:p>
            <a:r>
              <a:rPr lang="en-AU" dirty="0"/>
              <a:t>Updates (not necessary)</a:t>
            </a:r>
          </a:p>
          <a:p>
            <a:r>
              <a:rPr lang="en-AU" dirty="0"/>
              <a:t>Get your local Git to talk to </a:t>
            </a:r>
            <a:r>
              <a:rPr lang="en-AU" dirty="0" err="1"/>
              <a:t>Github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EBDC8A-D2CD-B798-E796-A016C0B4F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42" y="1536748"/>
            <a:ext cx="4190035" cy="3134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7E5275-694B-EA92-EBE8-A9795243AD95}"/>
              </a:ext>
            </a:extLst>
          </p:cNvPr>
          <p:cNvSpPr txBox="1"/>
          <p:nvPr/>
        </p:nvSpPr>
        <p:spPr>
          <a:xfrm>
            <a:off x="718820" y="5253633"/>
            <a:ext cx="10812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0" u="none" strike="noStrike" dirty="0">
                <a:effectLst/>
                <a:latin typeface="+mn-lt"/>
              </a:rPr>
              <a:t>A </a:t>
            </a:r>
            <a:r>
              <a:rPr lang="en-AU" sz="2400" b="1" u="none" strike="noStrike" dirty="0">
                <a:effectLst/>
                <a:latin typeface="+mn-lt"/>
              </a:rPr>
              <a:t>Git repository</a:t>
            </a:r>
            <a:r>
              <a:rPr lang="en-AU" sz="2400" dirty="0"/>
              <a:t> (commonly called a "repo") is a digital container or project folder that tracks and stores the complete history of changes made to files over time</a:t>
            </a:r>
          </a:p>
        </p:txBody>
      </p:sp>
    </p:spTree>
    <p:extLst>
      <p:ext uri="{BB962C8B-B14F-4D97-AF65-F5344CB8AC3E}">
        <p14:creationId xmlns:p14="http://schemas.microsoft.com/office/powerpoint/2010/main" val="379598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3614-FC5A-FC5B-A41C-7D33369F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the </a:t>
            </a:r>
            <a:r>
              <a:rPr lang="en-AU" b="1" dirty="0"/>
              <a:t>local</a:t>
            </a:r>
            <a:r>
              <a:rPr lang="en-AU" dirty="0"/>
              <a:t> and the </a:t>
            </a:r>
            <a:r>
              <a:rPr lang="en-AU" b="1" dirty="0"/>
              <a:t>remote </a:t>
            </a:r>
            <a:r>
              <a:rPr lang="en-AU" dirty="0"/>
              <a:t>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E35E5-40CB-E673-D143-C3A40BA1F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25625"/>
            <a:ext cx="7404538" cy="4351338"/>
          </a:xfrm>
        </p:spPr>
        <p:txBody>
          <a:bodyPr/>
          <a:lstStyle/>
          <a:p>
            <a:r>
              <a:rPr lang="en-AU" dirty="0"/>
              <a:t>Personal Access Token (PAT)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Method 1: GitHub setting </a:t>
            </a:r>
          </a:p>
          <a:p>
            <a:pPr lvl="1"/>
            <a:r>
              <a:rPr lang="en-AU" dirty="0"/>
              <a:t>HTTPS key</a:t>
            </a:r>
          </a:p>
          <a:p>
            <a:r>
              <a:rPr lang="en-AU" dirty="0"/>
              <a:t>Method 2: </a:t>
            </a:r>
            <a:r>
              <a:rPr lang="en-AU" dirty="0" err="1"/>
              <a:t>Rstudio</a:t>
            </a:r>
            <a:r>
              <a:rPr lang="en-AU" dirty="0"/>
              <a:t> “</a:t>
            </a:r>
            <a:r>
              <a:rPr lang="en-AU" dirty="0" err="1"/>
              <a:t>usethis</a:t>
            </a:r>
            <a:r>
              <a:rPr lang="en-AU" dirty="0"/>
              <a:t>” package </a:t>
            </a:r>
          </a:p>
          <a:p>
            <a:pPr lvl="1"/>
            <a:r>
              <a:rPr lang="en-AU" dirty="0"/>
              <a:t>HTTPS key</a:t>
            </a:r>
          </a:p>
          <a:p>
            <a:r>
              <a:rPr lang="en-AU" dirty="0"/>
              <a:t>Method 3: Git Bash / Terminal</a:t>
            </a:r>
          </a:p>
          <a:p>
            <a:pPr lvl="1"/>
            <a:r>
              <a:rPr lang="en-AU" dirty="0"/>
              <a:t>SSH key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E90DCB-7900-9C23-0413-7551978AE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582" y="1825625"/>
            <a:ext cx="4190035" cy="313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8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F99D-1064-7FF7-DC84-59553C110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Project, GitHub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28D27-C1A2-47D6-A030-01BBD7DD3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8440" cy="4351338"/>
          </a:xfrm>
        </p:spPr>
        <p:txBody>
          <a:bodyPr/>
          <a:lstStyle/>
          <a:p>
            <a:r>
              <a:rPr lang="en-AU" dirty="0"/>
              <a:t>Method 1: </a:t>
            </a:r>
            <a:r>
              <a:rPr lang="en-AU" dirty="0" err="1"/>
              <a:t>Rstudio</a:t>
            </a:r>
            <a:r>
              <a:rPr lang="en-AU" dirty="0"/>
              <a:t> “</a:t>
            </a:r>
            <a:r>
              <a:rPr lang="en-AU" dirty="0" err="1"/>
              <a:t>usethis</a:t>
            </a:r>
            <a:r>
              <a:rPr lang="en-AU" dirty="0"/>
              <a:t>” package </a:t>
            </a:r>
          </a:p>
          <a:p>
            <a:pPr marL="0" indent="0">
              <a:buNone/>
            </a:pPr>
            <a:r>
              <a:rPr lang="en-AU" dirty="0"/>
              <a:t> </a:t>
            </a:r>
          </a:p>
          <a:p>
            <a:r>
              <a:rPr lang="en-AU" dirty="0"/>
              <a:t>Method 2: </a:t>
            </a:r>
            <a:r>
              <a:rPr lang="en-AU" dirty="0" err="1"/>
              <a:t>Rstudio</a:t>
            </a:r>
            <a:r>
              <a:rPr lang="en-AU" dirty="0"/>
              <a:t>  IDE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7102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D2593-34B5-DEAF-31DF-3D7F13443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EAA3-8ECD-64BB-DA9C-5522909B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Project, GitHub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6D47A-C319-13D4-064C-C4E7E4F17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8440" cy="4351338"/>
          </a:xfrm>
        </p:spPr>
        <p:txBody>
          <a:bodyPr/>
          <a:lstStyle/>
          <a:p>
            <a:r>
              <a:rPr lang="en-AU" dirty="0"/>
              <a:t>Method 1: </a:t>
            </a:r>
            <a:r>
              <a:rPr lang="en-AU" dirty="0" err="1"/>
              <a:t>Rstudio</a:t>
            </a:r>
            <a:r>
              <a:rPr lang="en-AU" dirty="0"/>
              <a:t> “</a:t>
            </a:r>
            <a:r>
              <a:rPr lang="en-AU" dirty="0" err="1"/>
              <a:t>usethis</a:t>
            </a:r>
            <a:r>
              <a:rPr lang="en-AU" dirty="0"/>
              <a:t>” package </a:t>
            </a:r>
          </a:p>
          <a:p>
            <a:pPr marL="0" indent="0">
              <a:buNone/>
            </a:pPr>
            <a:r>
              <a:rPr lang="en-AU" dirty="0"/>
              <a:t> </a:t>
            </a:r>
          </a:p>
          <a:p>
            <a:r>
              <a:rPr lang="en-AU" dirty="0"/>
              <a:t>Method 2: </a:t>
            </a:r>
            <a:r>
              <a:rPr lang="en-AU" dirty="0" err="1"/>
              <a:t>Rstudio</a:t>
            </a:r>
            <a:r>
              <a:rPr lang="en-AU" dirty="0"/>
              <a:t>  IDE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7154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FA443-D882-27B3-F7C3-19C85713B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E440-B2C7-DCE7-FD7C-C966FAFD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Commit, Push, Pull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F986C-637F-4652-DA1F-161DFE71B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8440" cy="4351338"/>
          </a:xfrm>
        </p:spPr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8550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1BCD-524D-2298-67F4-0A274F16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 published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E9415-1BAC-0974-6C0B-A082E6439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4472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A20F-56BC-6AB6-1F5B-9A92A753D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GitHub Co-Pilot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D9926-3484-7A8F-353F-7FDF08640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89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275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Version Control Git Github</vt:lpstr>
      <vt:lpstr>What is Version Control and Git </vt:lpstr>
      <vt:lpstr>How to do Version Control </vt:lpstr>
      <vt:lpstr>The Pain!</vt:lpstr>
      <vt:lpstr>Make the local and the remote talk</vt:lpstr>
      <vt:lpstr>Project, GitHub first</vt:lpstr>
      <vt:lpstr>Project, GitHub first</vt:lpstr>
      <vt:lpstr>Commit, Push, Pull</vt:lpstr>
      <vt:lpstr>A published example </vt:lpstr>
      <vt:lpstr>GitHub Co-Pilot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Fei Chung</dc:creator>
  <cp:lastModifiedBy>Yi Fei Chung</cp:lastModifiedBy>
  <cp:revision>2</cp:revision>
  <dcterms:created xsi:type="dcterms:W3CDTF">2026-09-18T05:56:10Z</dcterms:created>
  <dcterms:modified xsi:type="dcterms:W3CDTF">2026-09-18T11:53:40Z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2026-09-18T05:56:19Z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a9b9b802-f0e9-416f-96d6-c8eb59ade422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